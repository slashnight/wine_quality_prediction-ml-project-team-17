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57" r:id="rId4"/>
    <p:sldId id="258"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50" d="100"/>
          <a:sy n="50" d="100"/>
        </p:scale>
        <p:origin x="1934" y="8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10/14/2026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42563" y="987723"/>
            <a:ext cx="9841451" cy="2262781"/>
          </a:xfrm>
        </p:spPr>
        <p:txBody>
          <a:bodyPr/>
          <a:lstStyle/>
          <a:p>
            <a:r>
              <a:rPr lang="en-US" sz="4000" dirty="0" smtClean="0"/>
              <a:t>Wine Quality prediction </a:t>
            </a:r>
            <a:br>
              <a:rPr lang="en-US" sz="4000" dirty="0" smtClean="0"/>
            </a:br>
            <a:r>
              <a:rPr lang="en-US" sz="2400" dirty="0" smtClean="0"/>
              <a:t>using logistic regression</a:t>
            </a:r>
            <a:endParaRPr lang="en-US" sz="3600" dirty="0"/>
          </a:p>
        </p:txBody>
      </p:sp>
      <p:sp>
        <p:nvSpPr>
          <p:cNvPr id="3" name="Subtitle 2"/>
          <p:cNvSpPr>
            <a:spLocks noGrp="1"/>
          </p:cNvSpPr>
          <p:nvPr>
            <p:ph type="subTitle" idx="1"/>
          </p:nvPr>
        </p:nvSpPr>
        <p:spPr>
          <a:xfrm>
            <a:off x="8325779" y="5286338"/>
            <a:ext cx="3866221" cy="1126283"/>
          </a:xfrm>
        </p:spPr>
        <p:txBody>
          <a:bodyPr>
            <a:normAutofit lnSpcReduction="10000"/>
          </a:bodyPr>
          <a:lstStyle/>
          <a:p>
            <a:r>
              <a:rPr lang="en-US" dirty="0" smtClean="0"/>
              <a:t>Team members</a:t>
            </a:r>
          </a:p>
          <a:p>
            <a:r>
              <a:rPr lang="en-US" dirty="0" smtClean="0"/>
              <a:t>Name: Sai </a:t>
            </a:r>
            <a:r>
              <a:rPr lang="en-US" dirty="0" err="1" smtClean="0"/>
              <a:t>kiran</a:t>
            </a:r>
            <a:r>
              <a:rPr lang="en-US" dirty="0" smtClean="0"/>
              <a:t> – 2520030125</a:t>
            </a:r>
          </a:p>
          <a:p>
            <a:r>
              <a:rPr lang="en-US" dirty="0" smtClean="0"/>
              <a:t>Name : </a:t>
            </a:r>
            <a:r>
              <a:rPr lang="en-US" dirty="0" err="1" smtClean="0"/>
              <a:t>Harshith</a:t>
            </a:r>
            <a:r>
              <a:rPr lang="en-US" dirty="0" smtClean="0"/>
              <a:t> -- 2520030393</a:t>
            </a:r>
            <a:endParaRPr lang="en-US" dirty="0"/>
          </a:p>
        </p:txBody>
      </p:sp>
    </p:spTree>
    <p:extLst>
      <p:ext uri="{BB962C8B-B14F-4D97-AF65-F5344CB8AC3E}">
        <p14:creationId xmlns:p14="http://schemas.microsoft.com/office/powerpoint/2010/main" val="3205517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3913" y="43132"/>
            <a:ext cx="4420350" cy="1280890"/>
          </a:xfrm>
        </p:spPr>
        <p:txBody>
          <a:bodyPr/>
          <a:lstStyle/>
          <a:p>
            <a:r>
              <a:rPr lang="en-US" dirty="0" smtClean="0"/>
              <a:t>Abstract</a:t>
            </a:r>
            <a:endParaRPr lang="en-US" dirty="0"/>
          </a:p>
        </p:txBody>
      </p:sp>
      <p:sp>
        <p:nvSpPr>
          <p:cNvPr id="6" name="Rectangle 2"/>
          <p:cNvSpPr>
            <a:spLocks noChangeArrowheads="1"/>
          </p:cNvSpPr>
          <p:nvPr/>
        </p:nvSpPr>
        <p:spPr bwMode="auto">
          <a:xfrm>
            <a:off x="2523913" y="1022064"/>
            <a:ext cx="829648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Wine quality prediction is a machine learning project that aims to predict wine quality based on its physicochemical properties. The project uses the UCI Wine Quality dataset, which contains information about wine characteristics such as acidity, alcohol content, density, pH, and sulphates. </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Two machine learning approaches are implemented: Binary Logistic Regression and Multinomial Logistic Regression. Binary Logistic Regression classifies wine as either Good or Bad, while Multinomial Logistic Regression predicts the exact wine quality rating from 3 to 9. The models are trained and evaluated using performance metrics such as accuracy, precision, recall, and F1-score. </a:t>
            </a:r>
          </a:p>
          <a:p>
            <a:pPr marR="0" lvl="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The project aims to demonstrate how machine learning can analyze chemical properties and support wine quality assessment. A web-based interface can also be developed to allow users to enter wine properties and obtain predictions interactively.</a:t>
            </a:r>
          </a:p>
        </p:txBody>
      </p:sp>
    </p:spTree>
    <p:extLst>
      <p:ext uri="{BB962C8B-B14F-4D97-AF65-F5344CB8AC3E}">
        <p14:creationId xmlns:p14="http://schemas.microsoft.com/office/powerpoint/2010/main" val="3938042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0444" y="593630"/>
            <a:ext cx="8911687" cy="1280890"/>
          </a:xfrm>
        </p:spPr>
        <p:txBody>
          <a:bodyPr>
            <a:normAutofit fontScale="90000"/>
          </a:bodyPr>
          <a:lstStyle/>
          <a:p>
            <a:r>
              <a:rPr lang="en-US" sz="4400" b="1" i="1" dirty="0" smtClean="0"/>
              <a:t>Problem </a:t>
            </a:r>
            <a:r>
              <a:rPr lang="en-US" sz="4400" b="1" i="1" dirty="0" smtClean="0"/>
              <a:t>Statement</a:t>
            </a:r>
            <a:r>
              <a:rPr lang="en-US" dirty="0" smtClean="0"/>
              <a:t/>
            </a:r>
            <a:br>
              <a:rPr lang="en-US" dirty="0" smtClean="0"/>
            </a:br>
            <a:r>
              <a:rPr lang="en-US" dirty="0" smtClean="0"/>
              <a:t/>
            </a:r>
            <a:br>
              <a:rPr lang="en-US" dirty="0" smtClean="0"/>
            </a:br>
            <a:endParaRPr lang="en-US" dirty="0"/>
          </a:p>
        </p:txBody>
      </p:sp>
      <p:sp>
        <p:nvSpPr>
          <p:cNvPr id="3" name="Rectangle 1"/>
          <p:cNvSpPr>
            <a:spLocks noChangeArrowheads="1"/>
          </p:cNvSpPr>
          <p:nvPr/>
        </p:nvSpPr>
        <p:spPr bwMode="auto">
          <a:xfrm>
            <a:off x="2179320" y="1556772"/>
            <a:ext cx="947928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panose="020B0604020202020204" pitchFamily="34" charset="0"/>
              </a:rPr>
              <a:t>Wine quality assessment traditionally relies on laboratory testing and human expertise, which can be time-consuming and subjective. The challenge is to predict wine quality accurately using its physicochemical properties, such as acidity, alcohol content, pH, density, and sulphates.</a:t>
            </a:r>
          </a:p>
        </p:txBody>
      </p:sp>
    </p:spTree>
    <p:extLst>
      <p:ext uri="{BB962C8B-B14F-4D97-AF65-F5344CB8AC3E}">
        <p14:creationId xmlns:p14="http://schemas.microsoft.com/office/powerpoint/2010/main" val="2571275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0379" y="647975"/>
            <a:ext cx="8298501" cy="860785"/>
          </a:xfrm>
        </p:spPr>
        <p:txBody>
          <a:bodyPr>
            <a:normAutofit fontScale="90000"/>
          </a:bodyPr>
          <a:lstStyle/>
          <a:p>
            <a:r>
              <a:rPr lang="en-US" b="1" i="1" dirty="0" smtClean="0"/>
              <a:t>Solution</a:t>
            </a:r>
            <a:br>
              <a:rPr lang="en-US" b="1" i="1" dirty="0" smtClean="0"/>
            </a:br>
            <a:r>
              <a:rPr lang="en-US" sz="1100" dirty="0" smtClean="0"/>
              <a:t/>
            </a:r>
            <a:br>
              <a:rPr lang="en-US" sz="1100" dirty="0" smtClean="0"/>
            </a:br>
            <a:r>
              <a:rPr lang="en-US" sz="1100" dirty="0"/>
              <a:t/>
            </a:r>
            <a:br>
              <a:rPr lang="en-US" sz="1100" dirty="0"/>
            </a:br>
            <a:r>
              <a:rPr lang="en-US" dirty="0" smtClean="0"/>
              <a:t/>
            </a:r>
            <a:br>
              <a:rPr lang="en-US" dirty="0" smtClean="0"/>
            </a:br>
            <a:r>
              <a:rPr lang="en-US" dirty="0" smtClean="0"/>
              <a:t/>
            </a:r>
            <a:br>
              <a:rPr lang="en-US" dirty="0" smtClean="0"/>
            </a:br>
            <a:r>
              <a:rPr lang="en-US" dirty="0"/>
              <a:t/>
            </a:r>
            <a:br>
              <a:rPr lang="en-US" dirty="0"/>
            </a:br>
            <a:endParaRPr lang="en-US" b="1" i="1" dirty="0"/>
          </a:p>
        </p:txBody>
      </p:sp>
      <p:sp>
        <p:nvSpPr>
          <p:cNvPr id="7" name="Rectangle 5"/>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a:t>
            </a:r>
          </a:p>
        </p:txBody>
      </p:sp>
      <p:sp>
        <p:nvSpPr>
          <p:cNvPr id="3" name="Rectangle 1"/>
          <p:cNvSpPr>
            <a:spLocks noChangeArrowheads="1"/>
          </p:cNvSpPr>
          <p:nvPr/>
        </p:nvSpPr>
        <p:spPr bwMode="auto">
          <a:xfrm>
            <a:off x="1790379" y="1324094"/>
            <a:ext cx="839724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This project aims to develop a machine learning system using Binary Logistic Regression and Multinomial Logistic Regression to predict wine quality. The binary model classifies wine as Good or Bad, while the multinomial model predicts the exact quality rating from 3 to 9. The system evaluates both models using accuracy, precision, recall, and F1-score to understand their performance. </a:t>
            </a:r>
          </a:p>
          <a:p>
            <a:pPr marR="0" lvl="0" algn="l" defTabSz="914400" rtl="0" eaLnBrk="0" fontAlgn="base" latinLnBrk="0" hangingPunct="0">
              <a:lnSpc>
                <a:spcPct val="100000"/>
              </a:lnSpc>
              <a:spcBef>
                <a:spcPct val="0"/>
              </a:spcBef>
              <a:spcAft>
                <a:spcPct val="0"/>
              </a:spcAft>
              <a:buClrTx/>
              <a:buSzTx/>
              <a:tabLst/>
            </a:pPr>
            <a:endParaRPr kumimoji="0" lang="en-US" sz="2400" b="0" i="0" u="none" strike="noStrike" cap="none" normalizeH="0" baseline="0" dirty="0" smtClean="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The proposed system aims to provide a simple and efficient way to assess wine quality based on its chemical properties through an interactive web application.</a:t>
            </a:r>
          </a:p>
        </p:txBody>
      </p:sp>
    </p:spTree>
    <p:extLst>
      <p:ext uri="{BB962C8B-B14F-4D97-AF65-F5344CB8AC3E}">
        <p14:creationId xmlns:p14="http://schemas.microsoft.com/office/powerpoint/2010/main" val="121050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554480" y="772539"/>
            <a:ext cx="1217676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3200" b="1" dirty="0">
                <a:latin typeface="Arial" panose="020B0604020202020204" pitchFamily="34" charset="0"/>
              </a:rPr>
              <a:t>A</a:t>
            </a:r>
            <a:r>
              <a:rPr kumimoji="0" lang="en-US" sz="3200" b="1" i="0" u="none" strike="noStrike" cap="none" normalizeH="0" baseline="0" dirty="0" smtClean="0">
                <a:ln>
                  <a:noFill/>
                </a:ln>
                <a:solidFill>
                  <a:schemeClr val="tx1"/>
                </a:solidFill>
                <a:effectLst/>
                <a:latin typeface="Arial" panose="020B0604020202020204" pitchFamily="34" charset="0"/>
              </a:rPr>
              <a:t>lgorithms used</a:t>
            </a:r>
          </a:p>
        </p:txBody>
      </p:sp>
      <p:sp>
        <p:nvSpPr>
          <p:cNvPr id="5" name="Rectangle 2"/>
          <p:cNvSpPr>
            <a:spLocks noChangeArrowheads="1"/>
          </p:cNvSpPr>
          <p:nvPr/>
        </p:nvSpPr>
        <p:spPr bwMode="auto">
          <a:xfrm>
            <a:off x="1744980" y="1865620"/>
            <a:ext cx="102793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Binary Logistic Regression Purpose: Classifies wine into two categories: Good (1) or Bad (0). Type: Binary classification. Working: Calculates the probability that a wine belongs to the Good category and classifies it based on a threshold.</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sz="2400" b="0" i="0" u="none" strike="noStrike" cap="none" normalizeH="0" baseline="0" dirty="0" smtClean="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 Multinomial Logistic Regression Purpose: Predicts the exact wine quality rating from 3 to 9. Type: Multiclass classification. Working: Estimates the probabilities of the different quality ratings and predicts the most likely class.</a:t>
            </a:r>
          </a:p>
        </p:txBody>
      </p:sp>
    </p:spTree>
    <p:extLst>
      <p:ext uri="{BB962C8B-B14F-4D97-AF65-F5344CB8AC3E}">
        <p14:creationId xmlns:p14="http://schemas.microsoft.com/office/powerpoint/2010/main" val="2819027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1676400" y="759471"/>
            <a:ext cx="125577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800" b="1" dirty="0">
                <a:latin typeface="Arial" panose="020B0604020202020204" pitchFamily="34" charset="0"/>
              </a:rPr>
              <a:t>S</a:t>
            </a:r>
            <a:r>
              <a:rPr kumimoji="0" lang="en-US" sz="2800" b="1" i="0" u="none" strike="noStrike" cap="none" normalizeH="0" baseline="0" dirty="0" smtClean="0">
                <a:ln>
                  <a:noFill/>
                </a:ln>
                <a:solidFill>
                  <a:schemeClr val="tx1"/>
                </a:solidFill>
                <a:effectLst/>
                <a:latin typeface="Arial" panose="020B0604020202020204" pitchFamily="34" charset="0"/>
              </a:rPr>
              <a:t>ystem architecture</a:t>
            </a:r>
          </a:p>
        </p:txBody>
      </p:sp>
      <p:pic>
        <p:nvPicPr>
          <p:cNvPr id="6" name="Picture 5"/>
          <p:cNvPicPr>
            <a:picLocks noChangeAspect="1"/>
          </p:cNvPicPr>
          <p:nvPr/>
        </p:nvPicPr>
        <p:blipFill>
          <a:blip r:embed="rId2"/>
          <a:stretch>
            <a:fillRect/>
          </a:stretch>
        </p:blipFill>
        <p:spPr>
          <a:xfrm>
            <a:off x="3230880" y="1282691"/>
            <a:ext cx="5775960" cy="5501640"/>
          </a:xfrm>
          <a:prstGeom prst="rect">
            <a:avLst/>
          </a:prstGeom>
        </p:spPr>
      </p:pic>
    </p:spTree>
    <p:extLst>
      <p:ext uri="{BB962C8B-B14F-4D97-AF65-F5344CB8AC3E}">
        <p14:creationId xmlns:p14="http://schemas.microsoft.com/office/powerpoint/2010/main" val="121341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4321" y="699254"/>
            <a:ext cx="3847528" cy="584775"/>
          </a:xfrm>
          <a:prstGeom prst="rect">
            <a:avLst/>
          </a:prstGeom>
        </p:spPr>
        <p:txBody>
          <a:bodyPr wrap="none">
            <a:spAutoFit/>
          </a:bodyPr>
          <a:lstStyle/>
          <a:p>
            <a:r>
              <a:rPr lang="en-US" sz="3200" b="1" dirty="0" smtClean="0"/>
              <a:t>Training the Model</a:t>
            </a:r>
            <a:endParaRPr lang="en-US" sz="3200" b="1" dirty="0"/>
          </a:p>
        </p:txBody>
      </p:sp>
      <p:pic>
        <p:nvPicPr>
          <p:cNvPr id="3" name="Picture 2"/>
          <p:cNvPicPr>
            <a:picLocks noChangeAspect="1"/>
          </p:cNvPicPr>
          <p:nvPr/>
        </p:nvPicPr>
        <p:blipFill>
          <a:blip r:embed="rId2"/>
          <a:stretch>
            <a:fillRect/>
          </a:stretch>
        </p:blipFill>
        <p:spPr>
          <a:xfrm>
            <a:off x="3000374" y="1284030"/>
            <a:ext cx="8292465" cy="5101530"/>
          </a:xfrm>
          <a:prstGeom prst="rect">
            <a:avLst/>
          </a:prstGeom>
        </p:spPr>
      </p:pic>
    </p:spTree>
    <p:extLst>
      <p:ext uri="{BB962C8B-B14F-4D97-AF65-F5344CB8AC3E}">
        <p14:creationId xmlns:p14="http://schemas.microsoft.com/office/powerpoint/2010/main" val="2068167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37293" y="699254"/>
            <a:ext cx="5557932" cy="584775"/>
          </a:xfrm>
          <a:prstGeom prst="rect">
            <a:avLst/>
          </a:prstGeom>
        </p:spPr>
        <p:txBody>
          <a:bodyPr wrap="none">
            <a:spAutoFit/>
          </a:bodyPr>
          <a:lstStyle/>
          <a:p>
            <a:r>
              <a:rPr lang="en-US" sz="3200" b="1" dirty="0"/>
              <a:t>Binary </a:t>
            </a:r>
            <a:r>
              <a:rPr lang="en-US" sz="3200" b="1" dirty="0" smtClean="0"/>
              <a:t>Classification Report</a:t>
            </a:r>
            <a:endParaRPr lang="en-US" sz="3200" b="1" dirty="0"/>
          </a:p>
        </p:txBody>
      </p:sp>
      <p:pic>
        <p:nvPicPr>
          <p:cNvPr id="3" name="Picture 2"/>
          <p:cNvPicPr>
            <a:picLocks noChangeAspect="1"/>
          </p:cNvPicPr>
          <p:nvPr/>
        </p:nvPicPr>
        <p:blipFill>
          <a:blip r:embed="rId2"/>
          <a:stretch>
            <a:fillRect/>
          </a:stretch>
        </p:blipFill>
        <p:spPr>
          <a:xfrm>
            <a:off x="2270760" y="1421189"/>
            <a:ext cx="8260080" cy="5269171"/>
          </a:xfrm>
          <a:prstGeom prst="rect">
            <a:avLst/>
          </a:prstGeom>
        </p:spPr>
      </p:pic>
    </p:spTree>
    <p:extLst>
      <p:ext uri="{BB962C8B-B14F-4D97-AF65-F5344CB8AC3E}">
        <p14:creationId xmlns:p14="http://schemas.microsoft.com/office/powerpoint/2010/main" val="2026386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7513" y="775454"/>
            <a:ext cx="7914346" cy="584775"/>
          </a:xfrm>
          <a:prstGeom prst="rect">
            <a:avLst/>
          </a:prstGeom>
        </p:spPr>
        <p:txBody>
          <a:bodyPr wrap="none">
            <a:spAutoFit/>
          </a:bodyPr>
          <a:lstStyle/>
          <a:p>
            <a:r>
              <a:rPr lang="en-US" sz="3200" b="1" dirty="0"/>
              <a:t>Binary Multinomial Classification Report</a:t>
            </a:r>
          </a:p>
        </p:txBody>
      </p:sp>
      <p:pic>
        <p:nvPicPr>
          <p:cNvPr id="3" name="Picture 2"/>
          <p:cNvPicPr>
            <a:picLocks noChangeAspect="1"/>
          </p:cNvPicPr>
          <p:nvPr/>
        </p:nvPicPr>
        <p:blipFill>
          <a:blip r:embed="rId2"/>
          <a:stretch>
            <a:fillRect/>
          </a:stretch>
        </p:blipFill>
        <p:spPr>
          <a:xfrm>
            <a:off x="2560321" y="1360229"/>
            <a:ext cx="8122920" cy="5269171"/>
          </a:xfrm>
          <a:prstGeom prst="rect">
            <a:avLst/>
          </a:prstGeom>
        </p:spPr>
      </p:pic>
    </p:spTree>
    <p:extLst>
      <p:ext uri="{BB962C8B-B14F-4D97-AF65-F5344CB8AC3E}">
        <p14:creationId xmlns:p14="http://schemas.microsoft.com/office/powerpoint/2010/main" val="3937503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596640" y="2385988"/>
            <a:ext cx="638042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600" b="0" i="0" u="none" strike="noStrike" cap="none" normalizeH="0" baseline="0" dirty="0" smtClean="0">
                <a:ln>
                  <a:noFill/>
                </a:ln>
                <a:solidFill>
                  <a:schemeClr val="tx1"/>
                </a:solidFill>
                <a:effectLst/>
                <a:latin typeface="Bahnschrift SemiBold" panose="020B0502040204020203" pitchFamily="34" charset="0"/>
                <a:ea typeface="Arial Unicode MS" panose="020B0604020202020204" pitchFamily="34" charset="-128"/>
                <a:cs typeface="Arial Unicode MS" panose="020B0604020202020204" pitchFamily="34" charset="-128"/>
              </a:rPr>
              <a:t>Thank You</a:t>
            </a:r>
          </a:p>
        </p:txBody>
      </p:sp>
    </p:spTree>
    <p:extLst>
      <p:ext uri="{BB962C8B-B14F-4D97-AF65-F5344CB8AC3E}">
        <p14:creationId xmlns:p14="http://schemas.microsoft.com/office/powerpoint/2010/main" val="132459595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223</TotalTime>
  <Words>406</Words>
  <Application>Microsoft Office PowerPoint</Application>
  <PresentationFormat>Widescreen</PresentationFormat>
  <Paragraphs>26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 Unicode MS</vt:lpstr>
      <vt:lpstr>Arial</vt:lpstr>
      <vt:lpstr>Bahnschrift SemiBold</vt:lpstr>
      <vt:lpstr>Century Gothic</vt:lpstr>
      <vt:lpstr>Wingdings 3</vt:lpstr>
      <vt:lpstr>Wisp</vt:lpstr>
      <vt:lpstr>Wine Quality prediction  using logistic regression</vt:lpstr>
      <vt:lpstr>Abstract</vt:lpstr>
      <vt:lpstr>Problem Statement  </vt:lpstr>
      <vt:lpstr>Solution      </vt:lpstr>
      <vt:lpstr>PowerPoint Presentation</vt:lpstr>
      <vt:lpstr>PowerPoint Presentation</vt:lpstr>
      <vt:lpstr>PowerPoint Presentation</vt:lpstr>
      <vt:lpstr>PowerPoint Presentation</vt:lpstr>
      <vt:lpstr>PowerPoint Presentation</vt:lpstr>
      <vt:lpstr>PowerPoint Presentation</vt:lpstr>
    </vt:vector>
  </TitlesOfParts>
  <Company>Grizli777</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Quality prediction  using logistic regression</dc:title>
  <dc:creator>Sai</dc:creator>
  <cp:lastModifiedBy>Sai</cp:lastModifiedBy>
  <cp:revision>9</cp:revision>
  <dcterms:created xsi:type="dcterms:W3CDTF">2026-09-23T04:28:48Z</dcterms:created>
  <dcterms:modified xsi:type="dcterms:W3CDTF">2026-10-14T05:56:52Z</dcterms:modified>
</cp:coreProperties>
</file>